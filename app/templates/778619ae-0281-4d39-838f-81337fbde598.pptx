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16"/>
  </p:notesMasterIdLst>
  <p:handoutMasterIdLst>
    <p:handoutMasterId r:id="rId17"/>
  </p:handoutMasterIdLst>
  <p:sldIdLst>
    <p:sldId id="518" r:id="rId5"/>
    <p:sldId id="2147471483" r:id="rId6"/>
    <p:sldId id="11402" r:id="rId7"/>
    <p:sldId id="11403" r:id="rId8"/>
    <p:sldId id="11404" r:id="rId9"/>
    <p:sldId id="11393" r:id="rId10"/>
    <p:sldId id="11394" r:id="rId11"/>
    <p:sldId id="11399" r:id="rId12"/>
    <p:sldId id="11400" r:id="rId13"/>
    <p:sldId id="11401" r:id="rId14"/>
    <p:sldId id="11392" r:id="rId15"/>
  </p:sldIdLst>
  <p:sldSz cx="12192000" cy="6858000"/>
  <p:notesSz cx="7315200" cy="96012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B26340F-6B3F-4375-8A32-6AE5C73CF4C5}">
          <p14:sldIdLst>
            <p14:sldId id="518"/>
            <p14:sldId id="2147471483"/>
          </p14:sldIdLst>
        </p14:section>
        <p14:section name="50th message slides" id="{7208BF53-3590-446D-AF1C-BB5A6904204E}">
          <p14:sldIdLst>
            <p14:sldId id="11402"/>
            <p14:sldId id="11403"/>
            <p14:sldId id="11404"/>
          </p14:sldIdLst>
        </p14:section>
        <p14:section name="Divider slides" id="{9D2EA983-727F-4409-B2F0-6573FA9DD81D}">
          <p14:sldIdLst>
            <p14:sldId id="11393"/>
            <p14:sldId id="11394"/>
          </p14:sldIdLst>
        </p14:section>
        <p14:section name="Client testimonial slides" id="{95106F75-02F1-4E76-80FF-235B3B5BAA45}">
          <p14:sldIdLst>
            <p14:sldId id="11399"/>
            <p14:sldId id="11400"/>
            <p14:sldId id="11401"/>
          </p14:sldIdLst>
        </p14:section>
        <p14:section name="Back cover" id="{77D4ED37-F64E-4302-9B4B-4682A9C7BD20}">
          <p14:sldIdLst>
            <p14:sldId id="11392"/>
          </p14:sldIdLst>
        </p14:section>
      </p14:sectionLst>
    </p:ext>
    <p:ext uri="{EFAFB233-063F-42B5-8137-9DF3F51BA10A}">
      <p15:sldGuideLst xmlns:p15="http://schemas.microsoft.com/office/powerpoint/2012/main">
        <p15:guide id="3" pos="4080" userDrawn="1">
          <p15:clr>
            <a:srgbClr val="A4A3A4"/>
          </p15:clr>
        </p15:guide>
        <p15:guide id="4" pos="3600"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26"/>
  </p:normalViewPr>
  <p:slideViewPr>
    <p:cSldViewPr snapToGrid="0">
      <p:cViewPr varScale="1">
        <p:scale>
          <a:sx n="59" d="100"/>
          <a:sy n="59" d="100"/>
        </p:scale>
        <p:origin x="964" y="52"/>
      </p:cViewPr>
      <p:guideLst>
        <p:guide pos="4080"/>
        <p:guide pos="3600"/>
        <p:guide orient="horz" pos="2160"/>
      </p:guideLst>
    </p:cSldViewPr>
  </p:slideViewPr>
  <p:outlineViewPr>
    <p:cViewPr>
      <p:scale>
        <a:sx n="33" d="100"/>
        <a:sy n="33" d="100"/>
      </p:scale>
      <p:origin x="0" y="-5224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2026-04-13</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cgi.com/50-years" TargetMode="External"/><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dirty="0">
                <a:solidFill>
                  <a:schemeClr val="bg1"/>
                </a:solidFill>
              </a:rPr>
              <a:t>Title </a:t>
            </a:r>
          </a:p>
          <a:p>
            <a:pPr algn="ctr">
              <a:lnSpc>
                <a:spcPct val="80000"/>
              </a:lnSpc>
            </a:pPr>
            <a:r>
              <a:rPr lang="en-US" sz="16600" dirty="0">
                <a:solidFill>
                  <a:schemeClr val="bg1"/>
                </a:solidFill>
              </a:rPr>
              <a:t>layout</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0th Title slide">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dirty="0"/>
              <a:t>Title slide </a:t>
            </a:r>
            <a:br>
              <a:rPr lang="en-US" noProof="0" dirty="0"/>
            </a:br>
            <a:r>
              <a:rPr lang="en-US" noProof="0" dirty="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a:t>
            </a:fld>
            <a:endParaRPr lang="en-US" noProof="0"/>
          </a:p>
        </p:txBody>
      </p:sp>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pic>
        <p:nvPicPr>
          <p:cNvPr id="12" name="Picture 11" descr="A black square with red and blue colors&#10;&#10;AI-generated content may be incorrect.">
            <a:extLst>
              <a:ext uri="{FF2B5EF4-FFF2-40B4-BE49-F238E27FC236}">
                <a16:creationId xmlns:a16="http://schemas.microsoft.com/office/drawing/2014/main" id="{A9341CF3-0971-D174-A941-20147DA866D2}"/>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6096000" y="765175"/>
            <a:ext cx="5330951" cy="5330951"/>
          </a:xfrm>
          <a:prstGeom prst="rect">
            <a:avLst/>
          </a:prstGeom>
        </p:spPr>
      </p:pic>
      <p:pic>
        <p:nvPicPr>
          <p:cNvPr id="15" name="Picture 14">
            <a:extLst>
              <a:ext uri="{FF2B5EF4-FFF2-40B4-BE49-F238E27FC236}">
                <a16:creationId xmlns:a16="http://schemas.microsoft.com/office/drawing/2014/main" id="{9515069E-338D-3341-99E4-1E6D511DC1BE}"/>
              </a:ext>
            </a:extLst>
          </p:cNvPr>
          <p:cNvPicPr/>
          <p:nvPr userDrawn="1"/>
        </p:nvPicPr>
        <p:blipFill>
          <a:blip r:embed="rId3" cstate="screen">
            <a:extLst>
              <a:ext uri="{28A0092B-C50C-407E-A947-70E740481C1C}">
                <a14:useLocalDpi xmlns:a14="http://schemas.microsoft.com/office/drawing/2010/main"/>
              </a:ext>
            </a:extLst>
          </a:blip>
          <a:srcRect/>
          <a:stretch/>
        </p:blipFill>
        <p:spPr>
          <a:xfrm>
            <a:off x="428625" y="5075856"/>
            <a:ext cx="3884295" cy="1506155"/>
          </a:xfrm>
          <a:prstGeom prst="rect">
            <a:avLst/>
          </a:prstGeom>
        </p:spPr>
      </p:pic>
    </p:spTree>
    <p:extLst>
      <p:ext uri="{BB962C8B-B14F-4D97-AF65-F5344CB8AC3E}">
        <p14:creationId xmlns:p14="http://schemas.microsoft.com/office/powerpoint/2010/main" val="96240727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90000"/>
              </a:lnSpc>
            </a:pPr>
            <a:r>
              <a:rPr lang="en-US" sz="13500" noProof="0" dirty="0">
                <a:solidFill>
                  <a:schemeClr val="bg1"/>
                </a:solidFill>
              </a:rPr>
              <a:t>50</a:t>
            </a:r>
            <a:r>
              <a:rPr lang="en-US" sz="13500" baseline="30000" noProof="0" dirty="0">
                <a:solidFill>
                  <a:schemeClr val="bg1"/>
                </a:solidFill>
              </a:rPr>
              <a:t>th</a:t>
            </a:r>
            <a:r>
              <a:rPr lang="en-US" sz="13500" noProof="0" dirty="0">
                <a:solidFill>
                  <a:schemeClr val="bg1"/>
                </a:solidFill>
              </a:rPr>
              <a:t> </a:t>
            </a:r>
          </a:p>
          <a:p>
            <a:pPr algn="ctr">
              <a:lnSpc>
                <a:spcPct val="90000"/>
              </a:lnSpc>
            </a:pPr>
            <a:r>
              <a:rPr lang="en-US" sz="13500" noProof="0" dirty="0">
                <a:solidFill>
                  <a:schemeClr val="bg1"/>
                </a:solidFill>
              </a:rPr>
              <a:t>message</a:t>
            </a:r>
            <a:endParaRPr lang="en-US" sz="13500" dirty="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0th message prese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F62ED9D-0B6A-20AE-6C91-ACF8D2B17916}"/>
              </a:ext>
            </a:extLst>
          </p:cNvPr>
          <p:cNvSpPr txBox="1"/>
          <p:nvPr userDrawn="1"/>
        </p:nvSpPr>
        <p:spPr>
          <a:xfrm>
            <a:off x="2290764" y="1065979"/>
            <a:ext cx="7610472" cy="923330"/>
          </a:xfrm>
          <a:prstGeom prst="rect">
            <a:avLst/>
          </a:prstGeom>
          <a:noFill/>
        </p:spPr>
        <p:txBody>
          <a:bodyPr wrap="square">
            <a:spAutoFit/>
          </a:bodyPr>
          <a:lstStyle/>
          <a:p>
            <a:pPr algn="ctr"/>
            <a:r>
              <a:rPr lang="en-US" sz="5400" noProof="0" dirty="0">
                <a:solidFill>
                  <a:srgbClr val="FFFFFF"/>
                </a:solidFill>
              </a:rPr>
              <a:t>Building </a:t>
            </a:r>
            <a:r>
              <a:rPr lang="en-US" sz="5400" b="1" noProof="0" dirty="0">
                <a:solidFill>
                  <a:srgbClr val="FFFFFF"/>
                </a:solidFill>
              </a:rPr>
              <a:t>what’s next</a:t>
            </a:r>
            <a:endParaRPr lang="en-US" sz="5400" b="1" dirty="0">
              <a:solidFill>
                <a:srgbClr val="FFFFFF"/>
              </a:solidFill>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
        <p:nvSpPr>
          <p:cNvPr id="15" name="TextBox 14">
            <a:extLst>
              <a:ext uri="{FF2B5EF4-FFF2-40B4-BE49-F238E27FC236}">
                <a16:creationId xmlns:a16="http://schemas.microsoft.com/office/drawing/2014/main" id="{337FB7EF-D3D9-C5F4-4180-79E961253159}"/>
              </a:ext>
            </a:extLst>
          </p:cNvPr>
          <p:cNvSpPr txBox="1"/>
          <p:nvPr userDrawn="1"/>
        </p:nvSpPr>
        <p:spPr>
          <a:xfrm>
            <a:off x="2783013" y="2149504"/>
            <a:ext cx="6625974" cy="3133358"/>
          </a:xfrm>
          <a:prstGeom prst="rect">
            <a:avLst/>
          </a:prstGeom>
          <a:noFill/>
        </p:spPr>
        <p:txBody>
          <a:bodyPr wrap="square" lIns="0" tIns="0" rIns="0" bIns="0">
            <a:spAutoFit/>
          </a:bodyPr>
          <a:lstStyle/>
          <a:p>
            <a:pPr marL="0" marR="0" indent="0" algn="ctr" defTabSz="914400" rtl="0" eaLnBrk="1" fontAlgn="auto" latinLnBrk="0" hangingPunct="1">
              <a:lnSpc>
                <a:spcPct val="105000"/>
              </a:lnSpc>
              <a:spcBef>
                <a:spcPts val="1200"/>
              </a:spcBef>
              <a:spcAft>
                <a:spcPts val="1200"/>
              </a:spcAft>
              <a:buClrTx/>
              <a:buSzTx/>
              <a:buFontTx/>
              <a:buNone/>
              <a:tabLst/>
              <a:defRPr/>
            </a:pPr>
            <a:r>
              <a:rPr lang="en-US" sz="2000" dirty="0">
                <a:solidFill>
                  <a:srgbClr val="FFFFFF"/>
                </a:solidFill>
              </a:rPr>
              <a:t>For 50 years, we’ve combined human ingenuity with </a:t>
            </a:r>
            <a:br>
              <a:rPr lang="en-US" sz="2000" dirty="0">
                <a:solidFill>
                  <a:srgbClr val="FFFFFF"/>
                </a:solidFill>
              </a:rPr>
            </a:br>
            <a:r>
              <a:rPr lang="en-US" sz="2000" dirty="0">
                <a:solidFill>
                  <a:srgbClr val="FFFFFF"/>
                </a:solidFill>
              </a:rPr>
              <a:t>the power of technology to help our clients achieve meaningful outcomes. To all those with whom we’ve had the privilege of collaborating: </a:t>
            </a:r>
            <a:r>
              <a:rPr lang="en-US" sz="2000" b="1" dirty="0">
                <a:solidFill>
                  <a:srgbClr val="FFFFFF"/>
                </a:solidFill>
              </a:rPr>
              <a:t>thank you</a:t>
            </a:r>
            <a:r>
              <a:rPr lang="en-US" sz="2000" dirty="0">
                <a:solidFill>
                  <a:srgbClr val="FFFFFF"/>
                </a:solidFill>
              </a:rPr>
              <a:t>.</a:t>
            </a:r>
          </a:p>
          <a:p>
            <a:pPr algn="ctr">
              <a:lnSpc>
                <a:spcPct val="105000"/>
              </a:lnSpc>
              <a:spcBef>
                <a:spcPts val="1200"/>
              </a:spcBef>
              <a:spcAft>
                <a:spcPts val="1200"/>
              </a:spcAft>
            </a:pPr>
            <a:r>
              <a:rPr lang="en-US" sz="2000" dirty="0">
                <a:solidFill>
                  <a:srgbClr val="FFFFFF"/>
                </a:solidFill>
              </a:rPr>
              <a:t>The role of technology in shaping a better world </a:t>
            </a:r>
            <a:br>
              <a:rPr lang="en-US" sz="2000" dirty="0">
                <a:solidFill>
                  <a:srgbClr val="FFFFFF"/>
                </a:solidFill>
              </a:rPr>
            </a:br>
            <a:r>
              <a:rPr lang="en-US" sz="2000" dirty="0">
                <a:solidFill>
                  <a:srgbClr val="FFFFFF"/>
                </a:solidFill>
              </a:rPr>
              <a:t>has never been more powerful—or more human. </a:t>
            </a:r>
            <a:br>
              <a:rPr lang="en-US" sz="2000" dirty="0">
                <a:solidFill>
                  <a:srgbClr val="FFFFFF"/>
                </a:solidFill>
              </a:rPr>
            </a:br>
            <a:r>
              <a:rPr lang="en-US" sz="2000" dirty="0">
                <a:solidFill>
                  <a:srgbClr val="FFFFFF"/>
                </a:solidFill>
              </a:rPr>
              <a:t>And, for us, this is only the beginning.</a:t>
            </a:r>
          </a:p>
          <a:p>
            <a:pPr algn="ctr">
              <a:lnSpc>
                <a:spcPct val="105000"/>
              </a:lnSpc>
              <a:spcBef>
                <a:spcPts val="1200"/>
              </a:spcBef>
              <a:spcAft>
                <a:spcPts val="1200"/>
              </a:spcAft>
            </a:pPr>
            <a:r>
              <a:rPr lang="en-US" sz="1700" b="1" u="none" baseline="0" dirty="0">
                <a:solidFill>
                  <a:schemeClr val="bg1"/>
                </a:solidFill>
                <a:hlinkClick r:id="rId3">
                  <a:extLst>
                    <a:ext uri="{A12FA001-AC4F-418D-AE19-62706E023703}">
                      <ahyp:hlinkClr xmlns:ahyp="http://schemas.microsoft.com/office/drawing/2018/hyperlinkcolor" val="tx"/>
                    </a:ext>
                  </a:extLst>
                </a:hlinkClick>
              </a:rPr>
              <a:t>cgi.com/50-years</a:t>
            </a:r>
            <a:endParaRPr lang="en-US" sz="1700" b="1" u="none" baseline="0" dirty="0">
              <a:solidFill>
                <a:schemeClr val="bg1"/>
              </a:solidFill>
            </a:endParaRPr>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0th message preset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
        <p:nvSpPr>
          <p:cNvPr id="5" name="TextBox 4">
            <a:extLst>
              <a:ext uri="{FF2B5EF4-FFF2-40B4-BE49-F238E27FC236}">
                <a16:creationId xmlns:a16="http://schemas.microsoft.com/office/drawing/2014/main" id="{6DC04BB3-1549-6603-78A4-1CBB51A66DB8}"/>
              </a:ext>
            </a:extLst>
          </p:cNvPr>
          <p:cNvSpPr txBox="1"/>
          <p:nvPr userDrawn="1"/>
        </p:nvSpPr>
        <p:spPr>
          <a:xfrm>
            <a:off x="761998" y="944100"/>
            <a:ext cx="5772617" cy="738664"/>
          </a:xfrm>
          <a:prstGeom prst="rect">
            <a:avLst/>
          </a:prstGeom>
          <a:noFill/>
        </p:spPr>
        <p:txBody>
          <a:bodyPr wrap="square" lIns="0" tIns="0" rIns="0" bIns="0">
            <a:spAutoFit/>
          </a:bodyPr>
          <a:lstStyle/>
          <a:p>
            <a:pPr algn="l"/>
            <a:r>
              <a:rPr lang="en-US" sz="4800" noProof="0" dirty="0">
                <a:solidFill>
                  <a:srgbClr val="FFFFFF"/>
                </a:solidFill>
              </a:rPr>
              <a:t>Building </a:t>
            </a:r>
            <a:r>
              <a:rPr lang="en-US" sz="4800" b="1" noProof="0" dirty="0">
                <a:solidFill>
                  <a:srgbClr val="FFFFFF"/>
                </a:solidFill>
              </a:rPr>
              <a:t>what’s next</a:t>
            </a:r>
            <a:endParaRPr lang="en-US" sz="4800" b="1" dirty="0">
              <a:solidFill>
                <a:srgbClr val="FFFFFF"/>
              </a:solidFill>
            </a:endParaRPr>
          </a:p>
        </p:txBody>
      </p:sp>
      <p:sp>
        <p:nvSpPr>
          <p:cNvPr id="8" name="TextBox 7">
            <a:extLst>
              <a:ext uri="{FF2B5EF4-FFF2-40B4-BE49-F238E27FC236}">
                <a16:creationId xmlns:a16="http://schemas.microsoft.com/office/drawing/2014/main" id="{31DA1F0C-1158-FD6B-D306-549201C434CF}"/>
              </a:ext>
            </a:extLst>
          </p:cNvPr>
          <p:cNvSpPr txBox="1"/>
          <p:nvPr userDrawn="1"/>
        </p:nvSpPr>
        <p:spPr>
          <a:xfrm>
            <a:off x="761998" y="1890353"/>
            <a:ext cx="5471655" cy="3501664"/>
          </a:xfrm>
          <a:prstGeom prst="rect">
            <a:avLst/>
          </a:prstGeom>
          <a:noFill/>
        </p:spPr>
        <p:txBody>
          <a:bodyPr wrap="square" lIns="0" tIns="0" rIns="0" bIns="0">
            <a:spAutoFit/>
          </a:bodyPr>
          <a:lstStyle/>
          <a:p>
            <a:pPr algn="l">
              <a:lnSpc>
                <a:spcPct val="105000"/>
              </a:lnSpc>
              <a:spcBef>
                <a:spcPts val="1200"/>
              </a:spcBef>
              <a:spcAft>
                <a:spcPts val="1200"/>
              </a:spcAft>
            </a:pPr>
            <a:r>
              <a:rPr lang="en-US" sz="2000" dirty="0">
                <a:solidFill>
                  <a:srgbClr val="FFFFFF"/>
                </a:solidFill>
              </a:rPr>
              <a:t>For 50 years, we’ve combined human ingenuity with the power of technology to help our clients achieve meaningful outcomes. To all those with whom we’ve had the privilege of collaborating: </a:t>
            </a:r>
            <a:br>
              <a:rPr lang="en-US" sz="2000" dirty="0">
                <a:solidFill>
                  <a:srgbClr val="FFFFFF"/>
                </a:solidFill>
              </a:rPr>
            </a:br>
            <a:r>
              <a:rPr lang="en-US" sz="2000" b="1" dirty="0">
                <a:solidFill>
                  <a:srgbClr val="FFFFFF"/>
                </a:solidFill>
              </a:rPr>
              <a:t>thank you</a:t>
            </a:r>
            <a:r>
              <a:rPr lang="en-US" sz="2000" dirty="0">
                <a:solidFill>
                  <a:srgbClr val="FFFFFF"/>
                </a:solidFill>
              </a:rPr>
              <a:t>.</a:t>
            </a:r>
          </a:p>
          <a:p>
            <a:pPr algn="l">
              <a:lnSpc>
                <a:spcPct val="105000"/>
              </a:lnSpc>
              <a:spcBef>
                <a:spcPts val="1200"/>
              </a:spcBef>
              <a:spcAft>
                <a:spcPts val="1200"/>
              </a:spcAft>
            </a:pPr>
            <a:r>
              <a:rPr lang="en-US" sz="2000" dirty="0">
                <a:solidFill>
                  <a:srgbClr val="FFFFFF"/>
                </a:solidFill>
              </a:rPr>
              <a:t>The role of technology in shaping a better world </a:t>
            </a:r>
            <a:br>
              <a:rPr lang="en-US" sz="2000" dirty="0">
                <a:solidFill>
                  <a:srgbClr val="FFFFFF"/>
                </a:solidFill>
              </a:rPr>
            </a:br>
            <a:r>
              <a:rPr lang="en-US" sz="2000" dirty="0">
                <a:solidFill>
                  <a:srgbClr val="FFFFFF"/>
                </a:solidFill>
              </a:rPr>
              <a:t>has never been more powerful—or more human. </a:t>
            </a:r>
            <a:br>
              <a:rPr lang="en-US" sz="2000" dirty="0">
                <a:solidFill>
                  <a:srgbClr val="FFFFFF"/>
                </a:solidFill>
              </a:rPr>
            </a:br>
            <a:r>
              <a:rPr lang="en-US" sz="2000" dirty="0">
                <a:solidFill>
                  <a:srgbClr val="FFFFFF"/>
                </a:solidFill>
              </a:rPr>
              <a:t>And, for us, this is only the beginning.</a:t>
            </a:r>
          </a:p>
          <a:p>
            <a:pPr algn="l">
              <a:lnSpc>
                <a:spcPct val="105000"/>
              </a:lnSpc>
              <a:spcBef>
                <a:spcPts val="1200"/>
              </a:spcBef>
              <a:spcAft>
                <a:spcPts val="1200"/>
              </a:spcAft>
            </a:pPr>
            <a:r>
              <a:rPr lang="en-US" sz="1700" b="1" dirty="0">
                <a:solidFill>
                  <a:srgbClr val="FFFFFF"/>
                </a:solidFill>
              </a:rPr>
              <a:t>cgi.com/50-years</a:t>
            </a:r>
            <a:endParaRPr lang="en-US" sz="1700" dirty="0">
              <a:solidFill>
                <a:srgbClr val="FFFFFF"/>
              </a:solidFill>
            </a:endParaRPr>
          </a:p>
        </p:txBody>
      </p:sp>
    </p:spTree>
    <p:extLst>
      <p:ext uri="{BB962C8B-B14F-4D97-AF65-F5344CB8AC3E}">
        <p14:creationId xmlns:p14="http://schemas.microsoft.com/office/powerpoint/2010/main" val="3476231761"/>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0th message preset 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sp>
        <p:nvSpPr>
          <p:cNvPr id="3" name="TextBox 2">
            <a:extLst>
              <a:ext uri="{FF2B5EF4-FFF2-40B4-BE49-F238E27FC236}">
                <a16:creationId xmlns:a16="http://schemas.microsoft.com/office/drawing/2014/main" id="{807B104F-7BE1-6039-15AC-F64309C32026}"/>
              </a:ext>
            </a:extLst>
          </p:cNvPr>
          <p:cNvSpPr txBox="1"/>
          <p:nvPr userDrawn="1"/>
        </p:nvSpPr>
        <p:spPr>
          <a:xfrm>
            <a:off x="761998" y="944100"/>
            <a:ext cx="5694558" cy="738664"/>
          </a:xfrm>
          <a:prstGeom prst="rect">
            <a:avLst/>
          </a:prstGeom>
          <a:noFill/>
        </p:spPr>
        <p:txBody>
          <a:bodyPr wrap="square" lIns="0" tIns="0" rIns="0" bIns="0">
            <a:spAutoFit/>
          </a:bodyPr>
          <a:lstStyle/>
          <a:p>
            <a:pPr algn="l"/>
            <a:r>
              <a:rPr lang="en-US" sz="4800" noProof="0" dirty="0">
                <a:solidFill>
                  <a:srgbClr val="000000"/>
                </a:solidFill>
              </a:rPr>
              <a:t>Building </a:t>
            </a:r>
            <a:r>
              <a:rPr lang="en-US" sz="4800" b="1" noProof="0" dirty="0">
                <a:solidFill>
                  <a:srgbClr val="000000"/>
                </a:solidFill>
              </a:rPr>
              <a:t>what’s next</a:t>
            </a:r>
            <a:endParaRPr lang="en-US" sz="4800" b="1" dirty="0">
              <a:solidFill>
                <a:srgbClr val="000000"/>
              </a:solidFill>
            </a:endParaRPr>
          </a:p>
        </p:txBody>
      </p:sp>
      <p:sp>
        <p:nvSpPr>
          <p:cNvPr id="5" name="TextBox 4">
            <a:extLst>
              <a:ext uri="{FF2B5EF4-FFF2-40B4-BE49-F238E27FC236}">
                <a16:creationId xmlns:a16="http://schemas.microsoft.com/office/drawing/2014/main" id="{4AAEC798-D5A0-7E86-A639-66176D08B3EC}"/>
              </a:ext>
            </a:extLst>
          </p:cNvPr>
          <p:cNvSpPr txBox="1"/>
          <p:nvPr userDrawn="1"/>
        </p:nvSpPr>
        <p:spPr>
          <a:xfrm>
            <a:off x="761998" y="1890353"/>
            <a:ext cx="5471655" cy="3501664"/>
          </a:xfrm>
          <a:prstGeom prst="rect">
            <a:avLst/>
          </a:prstGeom>
          <a:noFill/>
        </p:spPr>
        <p:txBody>
          <a:bodyPr wrap="square" lIns="0" tIns="0" rIns="0" bIns="0">
            <a:spAutoFit/>
          </a:bodyPr>
          <a:lstStyle/>
          <a:p>
            <a:pPr marL="0" marR="0" indent="0" algn="l" defTabSz="914400" rtl="0" eaLnBrk="1" fontAlgn="auto" latinLnBrk="0" hangingPunct="1">
              <a:lnSpc>
                <a:spcPct val="105000"/>
              </a:lnSpc>
              <a:spcBef>
                <a:spcPts val="1200"/>
              </a:spcBef>
              <a:spcAft>
                <a:spcPts val="1200"/>
              </a:spcAft>
              <a:buClrTx/>
              <a:buSzTx/>
              <a:buFontTx/>
              <a:buNone/>
              <a:tabLst/>
              <a:defRPr/>
            </a:pPr>
            <a:r>
              <a:rPr lang="en-US" sz="2000" dirty="0">
                <a:solidFill>
                  <a:srgbClr val="000000"/>
                </a:solidFill>
              </a:rPr>
              <a:t>For 50 years, we’ve combined human ingenuity with the power of technology to help our clients achieve meaningful outcomes. To all those with whom we’ve had the privilege of collaborating: </a:t>
            </a:r>
            <a:br>
              <a:rPr lang="en-US" sz="2000" dirty="0">
                <a:solidFill>
                  <a:srgbClr val="000000"/>
                </a:solidFill>
              </a:rPr>
            </a:br>
            <a:r>
              <a:rPr lang="en-US" sz="2000" b="1" dirty="0">
                <a:solidFill>
                  <a:srgbClr val="000000"/>
                </a:solidFill>
              </a:rPr>
              <a:t>thank you</a:t>
            </a:r>
            <a:r>
              <a:rPr lang="en-US" sz="2000" dirty="0">
                <a:solidFill>
                  <a:srgbClr val="000000"/>
                </a:solidFill>
              </a:rPr>
              <a:t>.</a:t>
            </a:r>
          </a:p>
          <a:p>
            <a:pPr algn="l">
              <a:lnSpc>
                <a:spcPct val="105000"/>
              </a:lnSpc>
              <a:spcBef>
                <a:spcPts val="1200"/>
              </a:spcBef>
              <a:spcAft>
                <a:spcPts val="1200"/>
              </a:spcAft>
            </a:pPr>
            <a:r>
              <a:rPr lang="en-US" sz="2000" dirty="0">
                <a:solidFill>
                  <a:srgbClr val="000000"/>
                </a:solidFill>
              </a:rPr>
              <a:t>The role of technology in shaping a better world </a:t>
            </a:r>
            <a:br>
              <a:rPr lang="en-US" sz="2000" dirty="0">
                <a:solidFill>
                  <a:srgbClr val="000000"/>
                </a:solidFill>
              </a:rPr>
            </a:br>
            <a:r>
              <a:rPr lang="en-US" sz="2000" dirty="0">
                <a:solidFill>
                  <a:srgbClr val="000000"/>
                </a:solidFill>
              </a:rPr>
              <a:t>has never been more powerful—or more human. </a:t>
            </a:r>
            <a:br>
              <a:rPr lang="en-US" sz="2000" dirty="0">
                <a:solidFill>
                  <a:srgbClr val="000000"/>
                </a:solidFill>
              </a:rPr>
            </a:br>
            <a:r>
              <a:rPr lang="en-US" sz="2000" dirty="0">
                <a:solidFill>
                  <a:srgbClr val="000000"/>
                </a:solidFill>
              </a:rPr>
              <a:t>And, for us, this is only the beginning.</a:t>
            </a:r>
          </a:p>
          <a:p>
            <a:pPr algn="l">
              <a:lnSpc>
                <a:spcPct val="105000"/>
              </a:lnSpc>
              <a:spcBef>
                <a:spcPts val="1200"/>
              </a:spcBef>
              <a:spcAft>
                <a:spcPts val="1200"/>
              </a:spcAft>
            </a:pPr>
            <a:r>
              <a:rPr lang="en-US" sz="1700" b="1" dirty="0">
                <a:solidFill>
                  <a:srgbClr val="5236AB"/>
                </a:solidFill>
              </a:rPr>
              <a:t>cgi.com/50-years</a:t>
            </a:r>
            <a:endParaRPr lang="en-US" sz="1700" dirty="0">
              <a:solidFill>
                <a:srgbClr val="5236AB"/>
              </a:solidFill>
            </a:endParaRPr>
          </a:p>
        </p:txBody>
      </p:sp>
    </p:spTree>
    <p:extLst>
      <p:ext uri="{BB962C8B-B14F-4D97-AF65-F5344CB8AC3E}">
        <p14:creationId xmlns:p14="http://schemas.microsoft.com/office/powerpoint/2010/main" val="3944302924"/>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3500" spc="-30" baseline="0" noProof="0" dirty="0">
                <a:solidFill>
                  <a:schemeClr val="bg1"/>
                </a:solidFill>
              </a:rPr>
              <a:t>Client testimonials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0th client testimonial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096000" y="1619253"/>
            <a:ext cx="5328107" cy="3238498"/>
          </a:xfrm>
          <a:prstGeom prst="rect">
            <a:avLst/>
          </a:prstGeom>
        </p:spPr>
        <p:txBody>
          <a:bodyPr lIns="0" tIns="0" rIns="0" bIns="0">
            <a:noAutofit/>
          </a:bodyPr>
          <a:lstStyle>
            <a:lvl1pPr marL="0" indent="0">
              <a:spcBef>
                <a:spcPts val="1200"/>
              </a:spcBef>
              <a:spcAft>
                <a:spcPts val="1200"/>
              </a:spcAft>
              <a:buClr>
                <a:schemeClr val="tx1"/>
              </a:buClr>
              <a:buSzPct val="110000"/>
              <a:buFont typeface="Arial" pitchFamily="34" charset="0"/>
              <a:buNone/>
              <a:defRPr sz="2000" b="1">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Insert the content or testimonial you are highlighting. Adjust font size as needed.</a:t>
            </a:r>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pic>
        <p:nvPicPr>
          <p:cNvPr id="13" name="Graphic 12">
            <a:extLst>
              <a:ext uri="{FF2B5EF4-FFF2-40B4-BE49-F238E27FC236}">
                <a16:creationId xmlns:a16="http://schemas.microsoft.com/office/drawing/2014/main" id="{88B1134C-6FB8-17AF-8FD2-1F6E87DEE8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59401" y="1520825"/>
            <a:ext cx="457200" cy="380010"/>
          </a:xfrm>
          <a:prstGeom prst="rect">
            <a:avLst/>
          </a:prstGeom>
        </p:spPr>
      </p:pic>
      <p:sp>
        <p:nvSpPr>
          <p:cNvPr id="11" name="Title Placeholder 1">
            <a:extLst>
              <a:ext uri="{FF2B5EF4-FFF2-40B4-BE49-F238E27FC236}">
                <a16:creationId xmlns:a16="http://schemas.microsoft.com/office/drawing/2014/main" id="{625CAEDB-F5D3-4879-31DD-ABC230CD22E0}"/>
              </a:ext>
            </a:extLst>
          </p:cNvPr>
          <p:cNvSpPr txBox="1">
            <a:spLocks/>
          </p:cNvSpPr>
          <p:nvPr userDrawn="1"/>
        </p:nvSpPr>
        <p:spPr>
          <a:xfrm>
            <a:off x="767892" y="2257953"/>
            <a:ext cx="3804107" cy="7201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sz="2600" dirty="0"/>
              <a:t>Messages from clients </a:t>
            </a:r>
            <a:br>
              <a:rPr lang="en-US" sz="2600" dirty="0"/>
            </a:br>
            <a:r>
              <a:rPr lang="en-US" sz="2600" dirty="0"/>
              <a:t>on CGI’s 50</a:t>
            </a:r>
            <a:r>
              <a:rPr lang="en-US" sz="2600" baseline="30000" dirty="0"/>
              <a:t>th</a:t>
            </a:r>
            <a:r>
              <a:rPr lang="en-US" sz="2600" dirty="0"/>
              <a:t> year</a:t>
            </a:r>
          </a:p>
        </p:txBody>
      </p:sp>
      <p:sp>
        <p:nvSpPr>
          <p:cNvPr id="15" name="Title Placeholder 1">
            <a:extLst>
              <a:ext uri="{FF2B5EF4-FFF2-40B4-BE49-F238E27FC236}">
                <a16:creationId xmlns:a16="http://schemas.microsoft.com/office/drawing/2014/main" id="{B4312420-DB9C-EDF6-2ECA-7D9AC458E43F}"/>
              </a:ext>
            </a:extLst>
          </p:cNvPr>
          <p:cNvSpPr txBox="1">
            <a:spLocks/>
          </p:cNvSpPr>
          <p:nvPr userDrawn="1"/>
        </p:nvSpPr>
        <p:spPr>
          <a:xfrm>
            <a:off x="767892" y="686328"/>
            <a:ext cx="3804107" cy="13295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kumimoji="0" lang="en-US" sz="4800" b="0" i="0" u="none" strike="noStrike" kern="1200" cap="none" spc="0" normalizeH="0" baseline="0" noProof="0" dirty="0">
                <a:ln>
                  <a:noFill/>
                </a:ln>
                <a:solidFill>
                  <a:prstClr val="black"/>
                </a:solidFill>
                <a:effectLst/>
                <a:uLnTx/>
                <a:uFillTx/>
                <a:latin typeface="Arial"/>
                <a:cs typeface="Arial"/>
              </a:rPr>
              <a:t>Building </a:t>
            </a:r>
            <a:r>
              <a:rPr kumimoji="0" lang="en-US" sz="4800" b="1" i="0" u="none" strike="noStrike" kern="1200" cap="none" spc="0" normalizeH="0" baseline="0" noProof="0" dirty="0">
                <a:ln>
                  <a:noFill/>
                </a:ln>
                <a:solidFill>
                  <a:prstClr val="black"/>
                </a:solidFill>
                <a:effectLst/>
                <a:uLnTx/>
                <a:uFillTx/>
                <a:latin typeface="Arial"/>
                <a:cs typeface="Arial"/>
              </a:rPr>
              <a:t>what’s next</a:t>
            </a:r>
            <a:endParaRPr lang="en-US" sz="4800" b="1" dirty="0"/>
          </a:p>
        </p:txBody>
      </p:sp>
      <p:sp>
        <p:nvSpPr>
          <p:cNvPr id="16" name="Content Placeholder 20">
            <a:extLst>
              <a:ext uri="{FF2B5EF4-FFF2-40B4-BE49-F238E27FC236}">
                <a16:creationId xmlns:a16="http://schemas.microsoft.com/office/drawing/2014/main" id="{1FACD99D-E4FC-5975-E9D9-04E507D8C81E}"/>
              </a:ext>
            </a:extLst>
          </p:cNvPr>
          <p:cNvSpPr>
            <a:spLocks noGrp="1"/>
          </p:cNvSpPr>
          <p:nvPr>
            <p:ph sz="quarter" idx="33" hasCustomPrompt="1"/>
          </p:nvPr>
        </p:nvSpPr>
        <p:spPr>
          <a:xfrm>
            <a:off x="6096000" y="5084603"/>
            <a:ext cx="5328107" cy="492443"/>
          </a:xfrm>
          <a:prstGeom prst="rect">
            <a:avLst/>
          </a:prstGeom>
        </p:spPr>
        <p:txBody>
          <a:bodyPr lIns="0" tIns="0" rIns="0" bIns="0">
            <a:noAutofit/>
          </a:bodyPr>
          <a:lstStyle>
            <a:lvl1pPr marL="0" indent="0">
              <a:spcBef>
                <a:spcPts val="0"/>
              </a:spcBef>
              <a:spcAft>
                <a:spcPts val="0"/>
              </a:spcAft>
              <a:buClr>
                <a:schemeClr val="tx1"/>
              </a:buClr>
              <a:buSzPct val="110000"/>
              <a:buFont typeface="Arial" pitchFamily="34" charset="0"/>
              <a:buNone/>
              <a:defRPr sz="16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CXO Name</a:t>
            </a: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0th client testimonial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619253"/>
            <a:ext cx="4566107" cy="3238498"/>
          </a:xfrm>
          <a:prstGeom prst="rect">
            <a:avLst/>
          </a:prstGeom>
        </p:spPr>
        <p:txBody>
          <a:bodyPr lIns="0" tIns="0" rIns="0" bIns="0">
            <a:noAutofit/>
          </a:bodyPr>
          <a:lstStyle>
            <a:lvl1pPr marL="0" indent="0">
              <a:spcBef>
                <a:spcPts val="1200"/>
              </a:spcBef>
              <a:spcAft>
                <a:spcPts val="1200"/>
              </a:spcAft>
              <a:buClr>
                <a:schemeClr val="tx1"/>
              </a:buClr>
              <a:buSzPct val="110000"/>
              <a:buFont typeface="Arial" pitchFamily="34" charset="0"/>
              <a:buNone/>
              <a:defRPr sz="2000" b="1">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Insert the content or testimonial you are highlighting. Adjust font size as needed.</a:t>
            </a:r>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pic>
        <p:nvPicPr>
          <p:cNvPr id="13" name="Graphic 12">
            <a:extLst>
              <a:ext uri="{FF2B5EF4-FFF2-40B4-BE49-F238E27FC236}">
                <a16:creationId xmlns:a16="http://schemas.microsoft.com/office/drawing/2014/main" id="{88B1134C-6FB8-17AF-8FD2-1F6E87DEE8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0" y="1520825"/>
            <a:ext cx="457200" cy="380010"/>
          </a:xfrm>
          <a:prstGeom prst="rect">
            <a:avLst/>
          </a:prstGeom>
        </p:spPr>
      </p:pic>
      <p:sp>
        <p:nvSpPr>
          <p:cNvPr id="11" name="Title Placeholder 1">
            <a:extLst>
              <a:ext uri="{FF2B5EF4-FFF2-40B4-BE49-F238E27FC236}">
                <a16:creationId xmlns:a16="http://schemas.microsoft.com/office/drawing/2014/main" id="{625CAEDB-F5D3-4879-31DD-ABC230CD22E0}"/>
              </a:ext>
            </a:extLst>
          </p:cNvPr>
          <p:cNvSpPr txBox="1">
            <a:spLocks/>
          </p:cNvSpPr>
          <p:nvPr userDrawn="1"/>
        </p:nvSpPr>
        <p:spPr>
          <a:xfrm>
            <a:off x="767892" y="2257953"/>
            <a:ext cx="3804107" cy="7201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sz="2600" dirty="0">
                <a:solidFill>
                  <a:srgbClr val="FFFFFF"/>
                </a:solidFill>
              </a:rPr>
              <a:t>Messages from clients </a:t>
            </a:r>
            <a:br>
              <a:rPr lang="en-US" sz="2600" dirty="0">
                <a:solidFill>
                  <a:srgbClr val="FFFFFF"/>
                </a:solidFill>
              </a:rPr>
            </a:br>
            <a:r>
              <a:rPr lang="en-US" sz="2600" dirty="0">
                <a:solidFill>
                  <a:srgbClr val="FFFFFF"/>
                </a:solidFill>
              </a:rPr>
              <a:t>on CGI’s 50</a:t>
            </a:r>
            <a:r>
              <a:rPr lang="en-US" sz="2600" baseline="30000" dirty="0">
                <a:solidFill>
                  <a:srgbClr val="FFFFFF"/>
                </a:solidFill>
              </a:rPr>
              <a:t>th</a:t>
            </a:r>
            <a:r>
              <a:rPr lang="en-US" sz="2600" dirty="0">
                <a:solidFill>
                  <a:srgbClr val="FFFFFF"/>
                </a:solidFill>
              </a:rPr>
              <a:t> year</a:t>
            </a:r>
          </a:p>
        </p:txBody>
      </p:sp>
      <p:sp>
        <p:nvSpPr>
          <p:cNvPr id="15" name="Title Placeholder 1">
            <a:extLst>
              <a:ext uri="{FF2B5EF4-FFF2-40B4-BE49-F238E27FC236}">
                <a16:creationId xmlns:a16="http://schemas.microsoft.com/office/drawing/2014/main" id="{B4312420-DB9C-EDF6-2ECA-7D9AC458E43F}"/>
              </a:ext>
            </a:extLst>
          </p:cNvPr>
          <p:cNvSpPr txBox="1">
            <a:spLocks/>
          </p:cNvSpPr>
          <p:nvPr userDrawn="1"/>
        </p:nvSpPr>
        <p:spPr>
          <a:xfrm>
            <a:off x="767892" y="686328"/>
            <a:ext cx="3804107" cy="13295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kumimoji="0" lang="en-US" sz="4800" b="0" i="0" u="none" strike="noStrike" kern="1200" cap="none" spc="0" normalizeH="0" baseline="0" noProof="0" dirty="0">
                <a:ln>
                  <a:noFill/>
                </a:ln>
                <a:solidFill>
                  <a:srgbClr val="FFFFFF"/>
                </a:solidFill>
                <a:effectLst/>
                <a:uLnTx/>
                <a:uFillTx/>
                <a:latin typeface="Arial"/>
                <a:cs typeface="Arial"/>
              </a:rPr>
              <a:t>Building </a:t>
            </a:r>
            <a:r>
              <a:rPr kumimoji="0" lang="en-US" sz="4800" b="1" i="0" u="none" strike="noStrike" kern="1200" cap="none" spc="0" normalizeH="0" baseline="0" noProof="0" dirty="0">
                <a:ln>
                  <a:noFill/>
                </a:ln>
                <a:solidFill>
                  <a:srgbClr val="FFFFFF"/>
                </a:solidFill>
                <a:effectLst/>
                <a:uLnTx/>
                <a:uFillTx/>
                <a:latin typeface="Arial"/>
                <a:cs typeface="Arial"/>
              </a:rPr>
              <a:t>what’s next</a:t>
            </a:r>
            <a:endParaRPr lang="en-US" sz="4800" b="1" dirty="0">
              <a:solidFill>
                <a:srgbClr val="FFFFFF"/>
              </a:solidFill>
            </a:endParaRPr>
          </a:p>
        </p:txBody>
      </p:sp>
      <p:sp>
        <p:nvSpPr>
          <p:cNvPr id="16" name="Content Placeholder 20">
            <a:extLst>
              <a:ext uri="{FF2B5EF4-FFF2-40B4-BE49-F238E27FC236}">
                <a16:creationId xmlns:a16="http://schemas.microsoft.com/office/drawing/2014/main" id="{1FACD99D-E4FC-5975-E9D9-04E507D8C81E}"/>
              </a:ext>
            </a:extLst>
          </p:cNvPr>
          <p:cNvSpPr>
            <a:spLocks noGrp="1"/>
          </p:cNvSpPr>
          <p:nvPr>
            <p:ph sz="quarter" idx="33" hasCustomPrompt="1"/>
          </p:nvPr>
        </p:nvSpPr>
        <p:spPr>
          <a:xfrm>
            <a:off x="6858000" y="5084603"/>
            <a:ext cx="4566107" cy="492443"/>
          </a:xfrm>
          <a:prstGeom prst="rect">
            <a:avLst/>
          </a:prstGeom>
        </p:spPr>
        <p:txBody>
          <a:bodyPr lIns="0" tIns="0" rIns="0" bIns="0">
            <a:noAutofit/>
          </a:bodyPr>
          <a:lstStyle>
            <a:lvl1pPr marL="0" indent="0">
              <a:spcBef>
                <a:spcPts val="0"/>
              </a:spcBef>
              <a:spcAft>
                <a:spcPts val="0"/>
              </a:spcAft>
              <a:buClr>
                <a:schemeClr val="tx1"/>
              </a:buClr>
              <a:buSzPct val="110000"/>
              <a:buFont typeface="Arial" pitchFamily="34" charset="0"/>
              <a:buNone/>
              <a:defRPr sz="16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CXO Name</a:t>
            </a:r>
          </a:p>
        </p:txBody>
      </p:sp>
    </p:spTree>
    <p:extLst>
      <p:ext uri="{BB962C8B-B14F-4D97-AF65-F5344CB8AC3E}">
        <p14:creationId xmlns:p14="http://schemas.microsoft.com/office/powerpoint/2010/main" val="363502449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0th client testimonial 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4572001" y="2713476"/>
            <a:ext cx="6851904" cy="2660053"/>
          </a:xfrm>
          <a:prstGeom prst="rect">
            <a:avLst/>
          </a:prstGeom>
        </p:spPr>
        <p:txBody>
          <a:bodyPr lIns="0" tIns="0" rIns="0" bIns="0">
            <a:noAutofit/>
          </a:bodyPr>
          <a:lstStyle>
            <a:lvl1pPr marL="0" indent="0">
              <a:spcBef>
                <a:spcPts val="1200"/>
              </a:spcBef>
              <a:spcAft>
                <a:spcPts val="1200"/>
              </a:spcAft>
              <a:buClr>
                <a:schemeClr val="tx1"/>
              </a:buClr>
              <a:buSzPct val="110000"/>
              <a:buFont typeface="Arial" pitchFamily="34" charset="0"/>
              <a:buNone/>
              <a:defRPr sz="2000" b="1">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dirty="0"/>
              <a:t>Insert the content or testimonial you are highlighting. Adjust font size as needed.</a:t>
            </a:r>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a:t>
            </a:fld>
            <a:endParaRPr lang="en-US" noProof="0"/>
          </a:p>
        </p:txBody>
      </p:sp>
      <p:pic>
        <p:nvPicPr>
          <p:cNvPr id="13" name="Graphic 12">
            <a:extLst>
              <a:ext uri="{FF2B5EF4-FFF2-40B4-BE49-F238E27FC236}">
                <a16:creationId xmlns:a16="http://schemas.microsoft.com/office/drawing/2014/main" id="{88B1134C-6FB8-17AF-8FD2-1F6E87DEE8C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0" y="2068726"/>
            <a:ext cx="457200" cy="380010"/>
          </a:xfrm>
          <a:prstGeom prst="rect">
            <a:avLst/>
          </a:prstGeom>
        </p:spPr>
      </p:pic>
      <p:sp>
        <p:nvSpPr>
          <p:cNvPr id="11" name="Title Placeholder 1">
            <a:extLst>
              <a:ext uri="{FF2B5EF4-FFF2-40B4-BE49-F238E27FC236}">
                <a16:creationId xmlns:a16="http://schemas.microsoft.com/office/drawing/2014/main" id="{625CAEDB-F5D3-4879-31DD-ABC230CD22E0}"/>
              </a:ext>
            </a:extLst>
          </p:cNvPr>
          <p:cNvSpPr txBox="1">
            <a:spLocks/>
          </p:cNvSpPr>
          <p:nvPr userDrawn="1"/>
        </p:nvSpPr>
        <p:spPr>
          <a:xfrm>
            <a:off x="4577893" y="1499287"/>
            <a:ext cx="6847345" cy="3046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sz="2200" dirty="0">
                <a:solidFill>
                  <a:srgbClr val="000000"/>
                </a:solidFill>
              </a:rPr>
              <a:t>Messages from clients on CGI’s 50</a:t>
            </a:r>
            <a:r>
              <a:rPr lang="en-US" sz="2200" baseline="30000" dirty="0">
                <a:solidFill>
                  <a:srgbClr val="000000"/>
                </a:solidFill>
              </a:rPr>
              <a:t>th</a:t>
            </a:r>
            <a:r>
              <a:rPr lang="en-US" sz="2200" dirty="0">
                <a:solidFill>
                  <a:srgbClr val="000000"/>
                </a:solidFill>
              </a:rPr>
              <a:t> year</a:t>
            </a:r>
          </a:p>
        </p:txBody>
      </p:sp>
      <p:sp>
        <p:nvSpPr>
          <p:cNvPr id="15" name="Title Placeholder 1">
            <a:extLst>
              <a:ext uri="{FF2B5EF4-FFF2-40B4-BE49-F238E27FC236}">
                <a16:creationId xmlns:a16="http://schemas.microsoft.com/office/drawing/2014/main" id="{B4312420-DB9C-EDF6-2ECA-7D9AC458E43F}"/>
              </a:ext>
            </a:extLst>
          </p:cNvPr>
          <p:cNvSpPr txBox="1">
            <a:spLocks/>
          </p:cNvSpPr>
          <p:nvPr userDrawn="1"/>
        </p:nvSpPr>
        <p:spPr>
          <a:xfrm>
            <a:off x="4577893" y="686328"/>
            <a:ext cx="6846011" cy="6647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kumimoji="0" lang="en-US" sz="4800" b="0" i="0" u="none" strike="noStrike" kern="1200" cap="none" spc="0" normalizeH="0" baseline="0" noProof="0" dirty="0">
                <a:ln>
                  <a:noFill/>
                </a:ln>
                <a:solidFill>
                  <a:srgbClr val="000000"/>
                </a:solidFill>
                <a:effectLst/>
                <a:uLnTx/>
                <a:uFillTx/>
                <a:latin typeface="Arial"/>
                <a:cs typeface="Arial"/>
              </a:rPr>
              <a:t>Building </a:t>
            </a:r>
            <a:r>
              <a:rPr kumimoji="0" lang="en-US" sz="4800" b="1" i="0" u="none" strike="noStrike" kern="1200" cap="none" spc="0" normalizeH="0" baseline="0" noProof="0" dirty="0">
                <a:ln>
                  <a:noFill/>
                </a:ln>
                <a:solidFill>
                  <a:srgbClr val="000000"/>
                </a:solidFill>
                <a:effectLst/>
                <a:uLnTx/>
                <a:uFillTx/>
                <a:latin typeface="Arial"/>
                <a:cs typeface="Arial"/>
              </a:rPr>
              <a:t>what’s next</a:t>
            </a:r>
            <a:endParaRPr lang="en-US" sz="4800" b="1" dirty="0">
              <a:solidFill>
                <a:srgbClr val="000000"/>
              </a:solidFill>
            </a:endParaRPr>
          </a:p>
        </p:txBody>
      </p:sp>
      <p:sp>
        <p:nvSpPr>
          <p:cNvPr id="16" name="Content Placeholder 20">
            <a:extLst>
              <a:ext uri="{FF2B5EF4-FFF2-40B4-BE49-F238E27FC236}">
                <a16:creationId xmlns:a16="http://schemas.microsoft.com/office/drawing/2014/main" id="{1FACD99D-E4FC-5975-E9D9-04E507D8C81E}"/>
              </a:ext>
            </a:extLst>
          </p:cNvPr>
          <p:cNvSpPr>
            <a:spLocks noGrp="1"/>
          </p:cNvSpPr>
          <p:nvPr>
            <p:ph sz="quarter" idx="33" hasCustomPrompt="1"/>
          </p:nvPr>
        </p:nvSpPr>
        <p:spPr>
          <a:xfrm>
            <a:off x="4572001" y="5600382"/>
            <a:ext cx="6851904" cy="492443"/>
          </a:xfrm>
          <a:prstGeom prst="rect">
            <a:avLst/>
          </a:prstGeom>
        </p:spPr>
        <p:txBody>
          <a:bodyPr lIns="0" tIns="0" rIns="0" bIns="0">
            <a:noAutofit/>
          </a:bodyPr>
          <a:lstStyle>
            <a:lvl1pPr marL="0" indent="0">
              <a:spcBef>
                <a:spcPts val="0"/>
              </a:spcBef>
              <a:spcAft>
                <a:spcPts val="0"/>
              </a:spcAft>
              <a:buClr>
                <a:schemeClr val="tx1"/>
              </a:buClr>
              <a:buSzPct val="110000"/>
              <a:buFont typeface="Arial" pitchFamily="34" charset="0"/>
              <a:buNone/>
              <a:defRPr sz="1600" b="1">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dirty="0"/>
              <a:t>CXO Name</a:t>
            </a:r>
          </a:p>
        </p:txBody>
      </p:sp>
    </p:spTree>
    <p:extLst>
      <p:ext uri="{BB962C8B-B14F-4D97-AF65-F5344CB8AC3E}">
        <p14:creationId xmlns:p14="http://schemas.microsoft.com/office/powerpoint/2010/main" val="21484346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3500" dirty="0">
                <a:solidFill>
                  <a:schemeClr val="bg1"/>
                </a:solidFill>
              </a:rPr>
              <a:t>Dividers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0th 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rgbClr val="FFFFFF"/>
                </a:solidFill>
              </a:defRPr>
            </a:lvl1pPr>
          </a:lstStyle>
          <a:p>
            <a:r>
              <a:rPr lang="en-US" noProof="0" dirty="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rgbClr val="FFFFFF"/>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0th section heade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rgbClr val="FFFFFF"/>
                </a:solidFill>
              </a:defRPr>
            </a:lvl1pPr>
          </a:lstStyle>
          <a:p>
            <a:r>
              <a:rPr lang="en-US" noProof="0" dirty="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rgbClr val="FFFFFF"/>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a:t>Click to add subtitle, if required</a:t>
            </a:r>
          </a:p>
        </p:txBody>
      </p:sp>
    </p:spTree>
    <p:extLst>
      <p:ext uri="{BB962C8B-B14F-4D97-AF65-F5344CB8AC3E}">
        <p14:creationId xmlns:p14="http://schemas.microsoft.com/office/powerpoint/2010/main" val="1131305316"/>
      </p:ext>
    </p:extLst>
  </p:cSld>
  <p:clrMapOvr>
    <a:masterClrMapping/>
  </p:clrMapOvr>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3500" noProof="0" dirty="0">
                <a:solidFill>
                  <a:schemeClr val="bg1"/>
                </a:solidFill>
              </a:rPr>
              <a:t>Ready-to-use</a:t>
            </a:r>
            <a:endParaRPr lang="en-US" sz="13500" dirty="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0th closing slide – Preset tagline+description">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a:t>
            </a:fld>
            <a:endParaRPr lang="en-US" noProof="0"/>
          </a:p>
        </p:txBody>
      </p:sp>
      <p:pic>
        <p:nvPicPr>
          <p:cNvPr id="15" name="Picture 14" descr="A black square with red and blue colors&#10;&#10;AI-generated content may be incorrect.">
            <a:extLst>
              <a:ext uri="{FF2B5EF4-FFF2-40B4-BE49-F238E27FC236}">
                <a16:creationId xmlns:a16="http://schemas.microsoft.com/office/drawing/2014/main" id="{047E1413-92AB-ABDB-E496-6F04B7C2A5EE}"/>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7616425" y="757562"/>
            <a:ext cx="3821549" cy="3821549"/>
          </a:xfrm>
          <a:prstGeom prst="rect">
            <a:avLst/>
          </a:prstGeom>
        </p:spPr>
      </p:pic>
    </p:spTree>
    <p:extLst>
      <p:ext uri="{BB962C8B-B14F-4D97-AF65-F5344CB8AC3E}">
        <p14:creationId xmlns:p14="http://schemas.microsoft.com/office/powerpoint/2010/main" val="288446031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26747802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3" r:id="rId2"/>
    <p:sldLayoutId id="2147484319" r:id="rId3"/>
    <p:sldLayoutId id="2147484161" r:id="rId4"/>
    <p:sldLayoutId id="2147484337" r:id="rId5"/>
    <p:sldLayoutId id="2147484338" r:id="rId6"/>
    <p:sldLayoutId id="2147484321" r:id="rId7"/>
    <p:sldLayoutId id="2147484150" r:id="rId8"/>
    <p:sldLayoutId id="2147484339" r:id="rId9"/>
    <p:sldLayoutId id="2147484340" r:id="rId10"/>
    <p:sldLayoutId id="2147484317" r:id="rId11"/>
    <p:sldLayoutId id="2147484259" r:id="rId12"/>
    <p:sldLayoutId id="2147484335" r:id="rId13"/>
    <p:sldLayoutId id="2147484323" r:id="rId14"/>
    <p:sldLayoutId id="2147484252" r:id="rId15"/>
    <p:sldLayoutId id="2147484327" r:id="rId16"/>
    <p:sldLayoutId id="2147484341" r:id="rId17"/>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hyperlink" Target="https://www.cgi.com/en/about-us/50-years"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www.cgi.com/en/about-us/50-years"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s://www.cgi.com/en/about-us/50-years"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77819A66-E90E-422B-942C-D435515786CE}"/>
              </a:ext>
            </a:extLst>
          </p:cNvPr>
          <p:cNvSpPr>
            <a:spLocks noGrp="1"/>
          </p:cNvSpPr>
          <p:nvPr>
            <p:ph type="title"/>
          </p:nvPr>
        </p:nvSpPr>
        <p:spPr>
          <a:xfrm>
            <a:off x="768096" y="702000"/>
            <a:ext cx="4672584" cy="2907792"/>
          </a:xfrm>
          <a:noFill/>
        </p:spPr>
        <p:txBody>
          <a:bodyPr/>
          <a:lstStyle/>
          <a:p>
            <a:r>
              <a:rPr lang="en-US" noProof="0" dirty="0"/>
              <a:t>Add your title here</a:t>
            </a:r>
          </a:p>
        </p:txBody>
      </p:sp>
      <p:sp>
        <p:nvSpPr>
          <p:cNvPr id="3" name="Subtitle 2"/>
          <p:cNvSpPr>
            <a:spLocks noGrp="1"/>
          </p:cNvSpPr>
          <p:nvPr>
            <p:ph type="body" sz="quarter" idx="14"/>
          </p:nvPr>
        </p:nvSpPr>
        <p:spPr>
          <a:xfrm>
            <a:off x="766763" y="4173805"/>
            <a:ext cx="4698710" cy="765270"/>
          </a:xfrm>
        </p:spPr>
        <p:txBody>
          <a:bodyPr/>
          <a:lstStyle/>
          <a:p>
            <a:r>
              <a:rPr lang="en-US" noProof="0"/>
              <a:t>Name, role</a:t>
            </a:r>
          </a:p>
          <a:p>
            <a:r>
              <a:rPr lang="en-US" noProof="0"/>
              <a:t>Date</a:t>
            </a:r>
            <a:endParaRPr lang="en-US" noProof="0" dirty="0"/>
          </a:p>
        </p:txBody>
      </p:sp>
      <p:sp>
        <p:nvSpPr>
          <p:cNvPr id="6" name="Rectangle 5">
            <a:extLst>
              <a:ext uri="{FF2B5EF4-FFF2-40B4-BE49-F238E27FC236}">
                <a16:creationId xmlns:a16="http://schemas.microsoft.com/office/drawing/2014/main" id="{7C3F8AC3-8357-E1F2-986E-4A6D4927D5E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338853450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BAD3FE-28DB-2A76-D95E-D2363A9A21D7}"/>
              </a:ext>
            </a:extLst>
          </p:cNvPr>
          <p:cNvSpPr>
            <a:spLocks noGrp="1"/>
          </p:cNvSpPr>
          <p:nvPr>
            <p:ph type="title"/>
          </p:nvPr>
        </p:nvSpPr>
        <p:spPr>
          <a:xfrm>
            <a:off x="766762" y="682513"/>
            <a:ext cx="7043737" cy="530352"/>
          </a:xfrm>
        </p:spPr>
        <p:txBody>
          <a:bodyPr/>
          <a:lstStyle/>
          <a:p>
            <a:r>
              <a:rPr lang="en-US" sz="3600" dirty="0"/>
              <a:t>This template is </a:t>
            </a:r>
            <a:r>
              <a:rPr lang="en-US" sz="3600" b="1" dirty="0"/>
              <a:t>NOT</a:t>
            </a:r>
            <a:r>
              <a:rPr lang="en-US" sz="3600" b="1" dirty="0">
                <a:solidFill>
                  <a:srgbClr val="E31937"/>
                </a:solidFill>
              </a:rPr>
              <a:t> </a:t>
            </a:r>
            <a:r>
              <a:rPr lang="en-US" sz="3600" dirty="0"/>
              <a:t>meant to be used as your main presentation. </a:t>
            </a:r>
            <a:br>
              <a:rPr lang="en-US" sz="3600" dirty="0"/>
            </a:br>
            <a:br>
              <a:rPr lang="en-US" sz="3600" dirty="0"/>
            </a:br>
            <a:r>
              <a:rPr lang="en-US" sz="3600" dirty="0"/>
              <a:t>Please copy and paste the content of the slides needed into a Standard PowerPoint template.</a:t>
            </a:r>
            <a:br>
              <a:rPr lang="en-US" sz="3600" dirty="0"/>
            </a:br>
            <a:br>
              <a:rPr lang="en-US" sz="3600" dirty="0"/>
            </a:br>
            <a:br>
              <a:rPr lang="en-US" sz="3600" dirty="0"/>
            </a:br>
            <a:endParaRPr lang="en-US" sz="3600" dirty="0"/>
          </a:p>
        </p:txBody>
      </p:sp>
      <p:sp>
        <p:nvSpPr>
          <p:cNvPr id="2" name="TextBox 1">
            <a:extLst>
              <a:ext uri="{FF2B5EF4-FFF2-40B4-BE49-F238E27FC236}">
                <a16:creationId xmlns:a16="http://schemas.microsoft.com/office/drawing/2014/main" id="{1AB5FA08-A8D9-790F-D8C3-AC8AB171B118}"/>
              </a:ext>
            </a:extLst>
          </p:cNvPr>
          <p:cNvSpPr txBox="1"/>
          <p:nvPr/>
        </p:nvSpPr>
        <p:spPr>
          <a:xfrm>
            <a:off x="8220075" y="3752850"/>
            <a:ext cx="914400" cy="914400"/>
          </a:xfrm>
          <a:prstGeom prst="rect">
            <a:avLst/>
          </a:prstGeom>
        </p:spPr>
        <p:txBody>
          <a:bodyPr vert="horz" wrap="none" lIns="0" tIns="0" rIns="0" bIns="0" rtlCol="0" anchor="t" anchorCtr="0">
            <a:normAutofit/>
          </a:bodyPr>
          <a:lstStyle/>
          <a:p>
            <a:pPr algn="l"/>
            <a:endParaRPr lang="en-US" dirty="0"/>
          </a:p>
        </p:txBody>
      </p:sp>
    </p:spTree>
    <p:extLst>
      <p:ext uri="{BB962C8B-B14F-4D97-AF65-F5344CB8AC3E}">
        <p14:creationId xmlns:p14="http://schemas.microsoft.com/office/powerpoint/2010/main" val="35929042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F94C4E1-FBA7-1401-50D7-1DA733790948}"/>
              </a:ext>
            </a:extLst>
          </p:cNvPr>
          <p:cNvSpPr>
            <a:spLocks noGrp="1"/>
          </p:cNvSpPr>
          <p:nvPr>
            <p:ph type="sldNum" sz="quarter" idx="21"/>
          </p:nvPr>
        </p:nvSpPr>
        <p:spPr>
          <a:xfrm>
            <a:off x="11162244" y="6967728"/>
            <a:ext cx="261660" cy="137160"/>
          </a:xfrm>
        </p:spPr>
        <p:txBody>
          <a:bodyPr/>
          <a:lstStyle/>
          <a:p>
            <a:fld id="{525A3C56-E491-49B2-93F3-63532DF516BC}" type="slidenum">
              <a:rPr lang="en-US" noProof="0" smtClean="0"/>
              <a:pPr/>
              <a:t>3</a:t>
            </a:fld>
            <a:endParaRPr lang="en-US" noProof="0"/>
          </a:p>
        </p:txBody>
      </p:sp>
      <p:sp>
        <p:nvSpPr>
          <p:cNvPr id="2" name="Rectangle 1">
            <a:hlinkClick r:id="rId2"/>
            <a:extLst>
              <a:ext uri="{FF2B5EF4-FFF2-40B4-BE49-F238E27FC236}">
                <a16:creationId xmlns:a16="http://schemas.microsoft.com/office/drawing/2014/main" id="{FC733F32-3324-F8F4-639A-65AA59930E8D}"/>
              </a:ext>
            </a:extLst>
          </p:cNvPr>
          <p:cNvSpPr/>
          <p:nvPr/>
        </p:nvSpPr>
        <p:spPr bwMode="gray">
          <a:xfrm>
            <a:off x="5105400" y="4953000"/>
            <a:ext cx="1981200" cy="386080"/>
          </a:xfrm>
          <a:prstGeom prst="rect">
            <a:avLst/>
          </a:prstGeom>
          <a:no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355988730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127D-3A20-51DA-0512-039E5175AC6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16723D-8C16-3437-1FAD-40B8D8203B9D}"/>
              </a:ext>
            </a:extLst>
          </p:cNvPr>
          <p:cNvSpPr>
            <a:spLocks noGrp="1"/>
          </p:cNvSpPr>
          <p:nvPr>
            <p:ph type="sldNum" sz="quarter" idx="21"/>
          </p:nvPr>
        </p:nvSpPr>
        <p:spPr/>
        <p:txBody>
          <a:bodyPr/>
          <a:lstStyle/>
          <a:p>
            <a:fld id="{525A3C56-E491-49B2-93F3-63532DF516BC}" type="slidenum">
              <a:rPr lang="en-US" noProof="0" smtClean="0"/>
              <a:pPr/>
              <a:t>4</a:t>
            </a:fld>
            <a:endParaRPr lang="en-US" noProof="0"/>
          </a:p>
        </p:txBody>
      </p:sp>
      <p:sp>
        <p:nvSpPr>
          <p:cNvPr id="2" name="Rectangle 1">
            <a:hlinkClick r:id="rId2"/>
            <a:extLst>
              <a:ext uri="{FF2B5EF4-FFF2-40B4-BE49-F238E27FC236}">
                <a16:creationId xmlns:a16="http://schemas.microsoft.com/office/drawing/2014/main" id="{127C45B4-7F07-07EB-EE54-508D456AB116}"/>
              </a:ext>
            </a:extLst>
          </p:cNvPr>
          <p:cNvSpPr/>
          <p:nvPr/>
        </p:nvSpPr>
        <p:spPr bwMode="gray">
          <a:xfrm>
            <a:off x="650240" y="5029200"/>
            <a:ext cx="1981200" cy="386080"/>
          </a:xfrm>
          <a:prstGeom prst="rect">
            <a:avLst/>
          </a:prstGeom>
          <a:no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168456400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831C1-2478-95E1-811C-07DDBC133D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A01B73-E779-51D1-EA75-B2C7A9099018}"/>
              </a:ext>
            </a:extLst>
          </p:cNvPr>
          <p:cNvSpPr>
            <a:spLocks noGrp="1"/>
          </p:cNvSpPr>
          <p:nvPr>
            <p:ph type="sldNum" sz="quarter" idx="21"/>
          </p:nvPr>
        </p:nvSpPr>
        <p:spPr/>
        <p:txBody>
          <a:bodyPr/>
          <a:lstStyle/>
          <a:p>
            <a:fld id="{525A3C56-E491-49B2-93F3-63532DF516BC}" type="slidenum">
              <a:rPr lang="en-US" noProof="0" smtClean="0"/>
              <a:pPr/>
              <a:t>5</a:t>
            </a:fld>
            <a:endParaRPr lang="en-US" noProof="0"/>
          </a:p>
        </p:txBody>
      </p:sp>
      <p:sp>
        <p:nvSpPr>
          <p:cNvPr id="2" name="Rectangle 1">
            <a:hlinkClick r:id="rId2"/>
            <a:extLst>
              <a:ext uri="{FF2B5EF4-FFF2-40B4-BE49-F238E27FC236}">
                <a16:creationId xmlns:a16="http://schemas.microsoft.com/office/drawing/2014/main" id="{7643F28B-D7DE-D1F6-A789-3BF52E7E1116}"/>
              </a:ext>
            </a:extLst>
          </p:cNvPr>
          <p:cNvSpPr/>
          <p:nvPr/>
        </p:nvSpPr>
        <p:spPr bwMode="gray">
          <a:xfrm>
            <a:off x="650240" y="5029200"/>
            <a:ext cx="1981200" cy="386080"/>
          </a:xfrm>
          <a:prstGeom prst="rect">
            <a:avLst/>
          </a:prstGeom>
          <a:no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128910490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0987E3-B481-B905-3CC2-83DB9D733E44}"/>
              </a:ext>
            </a:extLst>
          </p:cNvPr>
          <p:cNvSpPr>
            <a:spLocks noGrp="1"/>
          </p:cNvSpPr>
          <p:nvPr>
            <p:ph type="title"/>
          </p:nvPr>
        </p:nvSpPr>
        <p:spPr/>
        <p:txBody>
          <a:bodyPr/>
          <a:lstStyle/>
          <a:p>
            <a:r>
              <a:rPr lang="en-US" dirty="0"/>
              <a:t>Section divider slide – click to add title </a:t>
            </a:r>
          </a:p>
        </p:txBody>
      </p:sp>
      <p:sp>
        <p:nvSpPr>
          <p:cNvPr id="6" name="Subtitle 5">
            <a:extLst>
              <a:ext uri="{FF2B5EF4-FFF2-40B4-BE49-F238E27FC236}">
                <a16:creationId xmlns:a16="http://schemas.microsoft.com/office/drawing/2014/main" id="{27C4A9B8-6681-C289-CB42-F16967C9BD84}"/>
              </a:ext>
            </a:extLst>
          </p:cNvPr>
          <p:cNvSpPr>
            <a:spLocks noGrp="1"/>
          </p:cNvSpPr>
          <p:nvPr>
            <p:ph type="subTitle" idx="1"/>
          </p:nvPr>
        </p:nvSpPr>
        <p:spPr/>
        <p:txBody>
          <a:bodyPr/>
          <a:lstStyle/>
          <a:p>
            <a:r>
              <a:rPr lang="en-US" dirty="0"/>
              <a:t>Click to add subtitle, if required</a:t>
            </a:r>
          </a:p>
        </p:txBody>
      </p:sp>
      <p:sp>
        <p:nvSpPr>
          <p:cNvPr id="4" name="Slide Number Placeholder 3">
            <a:extLst>
              <a:ext uri="{FF2B5EF4-FFF2-40B4-BE49-F238E27FC236}">
                <a16:creationId xmlns:a16="http://schemas.microsoft.com/office/drawing/2014/main" id="{121C4C19-431C-9FF9-8411-79CC12ED8F0F}"/>
              </a:ext>
            </a:extLst>
          </p:cNvPr>
          <p:cNvSpPr>
            <a:spLocks noGrp="1"/>
          </p:cNvSpPr>
          <p:nvPr>
            <p:ph type="sldNum" sz="quarter" idx="12"/>
          </p:nvPr>
        </p:nvSpPr>
        <p:spPr/>
        <p:txBody>
          <a:bodyPr/>
          <a:lstStyle/>
          <a:p>
            <a:fld id="{525A3C56-E491-49B2-93F3-63532DF516BC}" type="slidenum">
              <a:rPr lang="en-US" noProof="0" smtClean="0"/>
              <a:pPr/>
              <a:t>6</a:t>
            </a:fld>
            <a:endParaRPr lang="en-US" noProof="0"/>
          </a:p>
        </p:txBody>
      </p:sp>
    </p:spTree>
    <p:extLst>
      <p:ext uri="{BB962C8B-B14F-4D97-AF65-F5344CB8AC3E}">
        <p14:creationId xmlns:p14="http://schemas.microsoft.com/office/powerpoint/2010/main" val="338964122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3850-9587-E96C-1278-86F3C31010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5AAF2F-8E1C-C951-E858-5A3A99490627}"/>
              </a:ext>
            </a:extLst>
          </p:cNvPr>
          <p:cNvSpPr>
            <a:spLocks noGrp="1"/>
          </p:cNvSpPr>
          <p:nvPr>
            <p:ph type="title"/>
          </p:nvPr>
        </p:nvSpPr>
        <p:spPr/>
        <p:txBody>
          <a:bodyPr/>
          <a:lstStyle/>
          <a:p>
            <a:r>
              <a:rPr lang="en-US" dirty="0"/>
              <a:t>Section divider slide – click to add title </a:t>
            </a:r>
          </a:p>
        </p:txBody>
      </p:sp>
      <p:sp>
        <p:nvSpPr>
          <p:cNvPr id="6" name="Subtitle 5">
            <a:extLst>
              <a:ext uri="{FF2B5EF4-FFF2-40B4-BE49-F238E27FC236}">
                <a16:creationId xmlns:a16="http://schemas.microsoft.com/office/drawing/2014/main" id="{A85ADDD2-AB44-4F62-438A-6A69E331ABB9}"/>
              </a:ext>
            </a:extLst>
          </p:cNvPr>
          <p:cNvSpPr>
            <a:spLocks noGrp="1"/>
          </p:cNvSpPr>
          <p:nvPr>
            <p:ph type="subTitle" idx="1"/>
          </p:nvPr>
        </p:nvSpPr>
        <p:spPr/>
        <p:txBody>
          <a:bodyPr/>
          <a:lstStyle/>
          <a:p>
            <a:r>
              <a:rPr lang="en-US" dirty="0"/>
              <a:t>Click to add subtitle, if required</a:t>
            </a:r>
          </a:p>
        </p:txBody>
      </p:sp>
      <p:sp>
        <p:nvSpPr>
          <p:cNvPr id="4" name="Slide Number Placeholder 3">
            <a:extLst>
              <a:ext uri="{FF2B5EF4-FFF2-40B4-BE49-F238E27FC236}">
                <a16:creationId xmlns:a16="http://schemas.microsoft.com/office/drawing/2014/main" id="{6602394D-5466-05B7-F092-E1B3B870910B}"/>
              </a:ext>
            </a:extLst>
          </p:cNvPr>
          <p:cNvSpPr>
            <a:spLocks noGrp="1"/>
          </p:cNvSpPr>
          <p:nvPr>
            <p:ph type="sldNum" sz="quarter" idx="12"/>
          </p:nvPr>
        </p:nvSpPr>
        <p:spPr/>
        <p:txBody>
          <a:bodyPr/>
          <a:lstStyle/>
          <a:p>
            <a:fld id="{525A3C56-E491-49B2-93F3-63532DF516BC}" type="slidenum">
              <a:rPr lang="en-US" noProof="0" smtClean="0"/>
              <a:pPr/>
              <a:t>7</a:t>
            </a:fld>
            <a:endParaRPr lang="en-US" noProof="0"/>
          </a:p>
        </p:txBody>
      </p:sp>
    </p:spTree>
    <p:extLst>
      <p:ext uri="{BB962C8B-B14F-4D97-AF65-F5344CB8AC3E}">
        <p14:creationId xmlns:p14="http://schemas.microsoft.com/office/powerpoint/2010/main" val="417506377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5">
            <a:extLst>
              <a:ext uri="{FF2B5EF4-FFF2-40B4-BE49-F238E27FC236}">
                <a16:creationId xmlns:a16="http://schemas.microsoft.com/office/drawing/2014/main" id="{D5014937-E359-CDA3-3CDB-D83C574A7260}"/>
              </a:ext>
            </a:extLst>
          </p:cNvPr>
          <p:cNvSpPr>
            <a:spLocks noGrp="1"/>
          </p:cNvSpPr>
          <p:nvPr>
            <p:ph sz="quarter" idx="17"/>
          </p:nvPr>
        </p:nvSpPr>
        <p:spPr>
          <a:xfrm>
            <a:off x="6096000" y="1619253"/>
            <a:ext cx="5328107" cy="3238498"/>
          </a:xfrm>
        </p:spPr>
        <p:txBody>
          <a:bodyPr/>
          <a:lstStyle/>
          <a:p>
            <a:r>
              <a:rPr lang="en-US" dirty="0"/>
              <a:t>We want to congratulate CGI on celebrating 50 years.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2" name="Slide Number Placeholder 1">
            <a:extLst>
              <a:ext uri="{FF2B5EF4-FFF2-40B4-BE49-F238E27FC236}">
                <a16:creationId xmlns:a16="http://schemas.microsoft.com/office/drawing/2014/main" id="{E433FEE7-4803-B5E0-C380-2FB057379F29}"/>
              </a:ext>
            </a:extLst>
          </p:cNvPr>
          <p:cNvSpPr>
            <a:spLocks noGrp="1"/>
          </p:cNvSpPr>
          <p:nvPr>
            <p:ph type="sldNum" sz="quarter" idx="21"/>
          </p:nvPr>
        </p:nvSpPr>
        <p:spPr>
          <a:xfrm>
            <a:off x="11162244" y="6967728"/>
            <a:ext cx="261660" cy="137160"/>
          </a:xfrm>
        </p:spPr>
        <p:txBody>
          <a:bodyPr/>
          <a:lstStyle/>
          <a:p>
            <a:fld id="{525A3C56-E491-49B2-93F3-63532DF516BC}" type="slidenum">
              <a:rPr lang="en-US" noProof="0" smtClean="0"/>
              <a:pPr/>
              <a:t>8</a:t>
            </a:fld>
            <a:endParaRPr lang="en-US" noProof="0"/>
          </a:p>
        </p:txBody>
      </p:sp>
      <p:sp>
        <p:nvSpPr>
          <p:cNvPr id="8" name="Text Placeholder 7">
            <a:extLst>
              <a:ext uri="{FF2B5EF4-FFF2-40B4-BE49-F238E27FC236}">
                <a16:creationId xmlns:a16="http://schemas.microsoft.com/office/drawing/2014/main" id="{33745D2F-2890-820D-8DB4-3DFEFB96E63A}"/>
              </a:ext>
            </a:extLst>
          </p:cNvPr>
          <p:cNvSpPr>
            <a:spLocks noGrp="1"/>
          </p:cNvSpPr>
          <p:nvPr>
            <p:ph sz="quarter" idx="33"/>
          </p:nvPr>
        </p:nvSpPr>
        <p:spPr>
          <a:xfrm>
            <a:off x="6096000" y="5084603"/>
            <a:ext cx="5328107" cy="492443"/>
          </a:xfrm>
        </p:spPr>
        <p:txBody>
          <a:bodyPr/>
          <a:lstStyle/>
          <a:p>
            <a:r>
              <a:rPr lang="en-US" dirty="0"/>
              <a:t>CXO Name </a:t>
            </a:r>
          </a:p>
          <a:p>
            <a:r>
              <a:rPr lang="en-US" dirty="0"/>
              <a:t>Title, Client Name</a:t>
            </a:r>
          </a:p>
        </p:txBody>
      </p:sp>
    </p:spTree>
    <p:extLst>
      <p:ext uri="{BB962C8B-B14F-4D97-AF65-F5344CB8AC3E}">
        <p14:creationId xmlns:p14="http://schemas.microsoft.com/office/powerpoint/2010/main" val="219945140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70B3B-B89E-9FB6-AB4C-F56BE996F98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7D0CD95-FF1E-8411-7246-EE00E34F9882}"/>
              </a:ext>
            </a:extLst>
          </p:cNvPr>
          <p:cNvSpPr>
            <a:spLocks noGrp="1"/>
          </p:cNvSpPr>
          <p:nvPr>
            <p:ph sz="quarter" idx="17"/>
          </p:nvPr>
        </p:nvSpPr>
        <p:spPr>
          <a:xfrm>
            <a:off x="6858000" y="1619253"/>
            <a:ext cx="4566107" cy="3238498"/>
          </a:xfrm>
        </p:spPr>
        <p:txBody>
          <a:bodyPr/>
          <a:lstStyle/>
          <a:p>
            <a:r>
              <a:rPr lang="en-US" dirty="0"/>
              <a:t>We want to congratulate CGI on celebrating 50 years.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2" name="Slide Number Placeholder 1">
            <a:extLst>
              <a:ext uri="{FF2B5EF4-FFF2-40B4-BE49-F238E27FC236}">
                <a16:creationId xmlns:a16="http://schemas.microsoft.com/office/drawing/2014/main" id="{22665AA8-7D43-3335-192B-0AF4CA49304B}"/>
              </a:ext>
            </a:extLst>
          </p:cNvPr>
          <p:cNvSpPr>
            <a:spLocks noGrp="1"/>
          </p:cNvSpPr>
          <p:nvPr>
            <p:ph type="sldNum" sz="quarter" idx="21"/>
          </p:nvPr>
        </p:nvSpPr>
        <p:spPr>
          <a:xfrm>
            <a:off x="11162244" y="6967728"/>
            <a:ext cx="261660" cy="137160"/>
          </a:xfrm>
        </p:spPr>
        <p:txBody>
          <a:bodyPr/>
          <a:lstStyle/>
          <a:p>
            <a:fld id="{525A3C56-E491-49B2-93F3-63532DF516BC}" type="slidenum">
              <a:rPr lang="en-US" noProof="0" smtClean="0"/>
              <a:pPr/>
              <a:t>9</a:t>
            </a:fld>
            <a:endParaRPr lang="en-US" noProof="0"/>
          </a:p>
        </p:txBody>
      </p:sp>
      <p:sp>
        <p:nvSpPr>
          <p:cNvPr id="8" name="Content Placeholder 7">
            <a:extLst>
              <a:ext uri="{FF2B5EF4-FFF2-40B4-BE49-F238E27FC236}">
                <a16:creationId xmlns:a16="http://schemas.microsoft.com/office/drawing/2014/main" id="{946E16C6-A6DA-479B-37C6-C9E13720CCF7}"/>
              </a:ext>
            </a:extLst>
          </p:cNvPr>
          <p:cNvSpPr>
            <a:spLocks noGrp="1"/>
          </p:cNvSpPr>
          <p:nvPr>
            <p:ph sz="quarter" idx="33"/>
          </p:nvPr>
        </p:nvSpPr>
        <p:spPr>
          <a:xfrm>
            <a:off x="6858000" y="5084603"/>
            <a:ext cx="4566107" cy="492443"/>
          </a:xfrm>
        </p:spPr>
        <p:txBody>
          <a:bodyPr/>
          <a:lstStyle/>
          <a:p>
            <a:r>
              <a:rPr lang="en-US" dirty="0"/>
              <a:t>CXO Name </a:t>
            </a:r>
          </a:p>
          <a:p>
            <a:r>
              <a:rPr lang="en-US" dirty="0"/>
              <a:t>Title, Client Name</a:t>
            </a:r>
          </a:p>
        </p:txBody>
      </p:sp>
    </p:spTree>
    <p:extLst>
      <p:ext uri="{BB962C8B-B14F-4D97-AF65-F5344CB8AC3E}">
        <p14:creationId xmlns:p14="http://schemas.microsoft.com/office/powerpoint/2010/main" val="271250601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6AB3F-4F16-56BF-7D05-D9AD3617194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F66515E-393C-9B2C-418D-B6E1C1DC1701}"/>
              </a:ext>
            </a:extLst>
          </p:cNvPr>
          <p:cNvSpPr>
            <a:spLocks noGrp="1"/>
          </p:cNvSpPr>
          <p:nvPr>
            <p:ph sz="quarter" idx="17"/>
          </p:nvPr>
        </p:nvSpPr>
        <p:spPr>
          <a:xfrm>
            <a:off x="4572001" y="2713476"/>
            <a:ext cx="6851904" cy="2660053"/>
          </a:xfrm>
        </p:spPr>
        <p:txBody>
          <a:bodyPr/>
          <a:lstStyle/>
          <a:p>
            <a:r>
              <a:rPr lang="en-US"/>
              <a:t>We want to congratulate CGI on celebrating 50 years. Lorem ipsum dolor sit amet, consectetur adipiscing elit, sed do eiusmod tempor incididunt ut labore et dolore magna aliqua. Ut enim ad minim veniam, quis nostrud exercitation ullamco laboris nisi ut aliquip ex ea commodo consequat.</a:t>
            </a:r>
            <a:endParaRPr lang="en-US" dirty="0"/>
          </a:p>
        </p:txBody>
      </p:sp>
      <p:sp>
        <p:nvSpPr>
          <p:cNvPr id="3" name="Content Placeholder 2">
            <a:extLst>
              <a:ext uri="{FF2B5EF4-FFF2-40B4-BE49-F238E27FC236}">
                <a16:creationId xmlns:a16="http://schemas.microsoft.com/office/drawing/2014/main" id="{824BEB6D-C3F2-1940-153A-7E1E81F3A7F2}"/>
              </a:ext>
            </a:extLst>
          </p:cNvPr>
          <p:cNvSpPr>
            <a:spLocks noGrp="1"/>
          </p:cNvSpPr>
          <p:nvPr>
            <p:ph sz="quarter" idx="33"/>
          </p:nvPr>
        </p:nvSpPr>
        <p:spPr>
          <a:xfrm>
            <a:off x="4572001" y="5600382"/>
            <a:ext cx="6851904" cy="492443"/>
          </a:xfrm>
        </p:spPr>
        <p:txBody>
          <a:bodyPr/>
          <a:lstStyle/>
          <a:p>
            <a:pPr lvl="0"/>
            <a:r>
              <a:rPr lang="en-US" b="1" noProof="0"/>
              <a:t>CXO Name</a:t>
            </a:r>
            <a:r>
              <a:rPr lang="en-US" noProof="0"/>
              <a:t> </a:t>
            </a:r>
          </a:p>
          <a:p>
            <a:pPr lvl="0"/>
            <a:r>
              <a:rPr lang="en-US" noProof="0"/>
              <a:t>Title, Client Name</a:t>
            </a:r>
            <a:endParaRPr lang="en-US" noProof="0" dirty="0"/>
          </a:p>
        </p:txBody>
      </p:sp>
      <p:sp>
        <p:nvSpPr>
          <p:cNvPr id="2" name="Slide Number Placeholder 1">
            <a:extLst>
              <a:ext uri="{FF2B5EF4-FFF2-40B4-BE49-F238E27FC236}">
                <a16:creationId xmlns:a16="http://schemas.microsoft.com/office/drawing/2014/main" id="{280F3EF2-3AF1-EEFB-308E-6BA02B3DE869}"/>
              </a:ext>
            </a:extLst>
          </p:cNvPr>
          <p:cNvSpPr>
            <a:spLocks noGrp="1"/>
          </p:cNvSpPr>
          <p:nvPr>
            <p:ph type="sldNum" sz="quarter" idx="21"/>
          </p:nvPr>
        </p:nvSpPr>
        <p:spPr>
          <a:xfrm>
            <a:off x="11162244" y="6967728"/>
            <a:ext cx="261660" cy="137160"/>
          </a:xfrm>
        </p:spPr>
        <p:txBody>
          <a:bodyPr/>
          <a:lstStyle/>
          <a:p>
            <a:fld id="{525A3C56-E491-49B2-93F3-63532DF516BC}" type="slidenum">
              <a:rPr lang="en-US" noProof="0" smtClean="0"/>
              <a:pPr/>
              <a:t>10</a:t>
            </a:fld>
            <a:endParaRPr lang="en-US" noProof="0"/>
          </a:p>
        </p:txBody>
      </p:sp>
    </p:spTree>
    <p:extLst>
      <p:ext uri="{BB962C8B-B14F-4D97-AF65-F5344CB8AC3E}">
        <p14:creationId xmlns:p14="http://schemas.microsoft.com/office/powerpoint/2010/main" val="8968550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9851EF-F5F7-2B32-1345-AD02CB89FC6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gray">
          <a:xfrm>
            <a:off x="0" y="6322423"/>
            <a:ext cx="12192000" cy="535577"/>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43325697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EN-CGI50th-presentation-slides.potx" id="{0551C8B9-2F54-45D3-86D7-532AACAB2B2E}" vid="{F9119085-E99A-434F-826F-0E8CA89CDC85}"/>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9B06A1291EAB478CEE040D9CD88093" ma:contentTypeVersion="15" ma:contentTypeDescription="Create a new document." ma:contentTypeScope="" ma:versionID="28fc4ae844d9261e1fafca687eb68e8f">
  <xsd:schema xmlns:xsd="http://www.w3.org/2001/XMLSchema" xmlns:xs="http://www.w3.org/2001/XMLSchema" xmlns:p="http://schemas.microsoft.com/office/2006/metadata/properties" xmlns:ns2="8b7b9f5f-1e78-43ca-b9fa-4bc4e7269145" xmlns:ns3="d541d1f1-f719-45a6-b9ee-ab70819fd129" targetNamespace="http://schemas.microsoft.com/office/2006/metadata/properties" ma:root="true" ma:fieldsID="6c7175b2088a21716aa0eaaeb6a35bec" ns2:_="" ns3:_="">
    <xsd:import namespace="8b7b9f5f-1e78-43ca-b9fa-4bc4e7269145"/>
    <xsd:import namespace="d541d1f1-f719-45a6-b9ee-ab70819fd12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SearchPropertie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b9f5f-1e78-43ca-b9fa-4bc4e7269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b8b33ce-f9d1-42dd-af72-61acb746de3d"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41d1f1-f719-45a6-b9ee-ab70819fd1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lcf76f155ced4ddcb4097134ff3c332f xmlns="8b7b9f5f-1e78-43ca-b9fa-4bc4e726914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A023C5E-ED72-4946-B3AB-6107E4E76F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7b9f5f-1e78-43ca-b9fa-4bc4e7269145"/>
    <ds:schemaRef ds:uri="d541d1f1-f719-45a6-b9ee-ab70819fd1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3.xml><?xml version="1.0" encoding="utf-8"?>
<ds:datastoreItem xmlns:ds="http://schemas.openxmlformats.org/officeDocument/2006/customXml" ds:itemID="{2F4C4F6A-F6A5-45C8-BAAA-52FB70E387C7}">
  <ds:schemaRefs>
    <ds:schemaRef ds:uri="http://purl.org/dc/elements/1.1/"/>
    <ds:schemaRef ds:uri="http://schemas.openxmlformats.org/package/2006/metadata/core-properties"/>
    <ds:schemaRef ds:uri="http://purl.org/dc/terms/"/>
    <ds:schemaRef ds:uri="http://purl.org/dc/dcmitype/"/>
    <ds:schemaRef ds:uri="http://schemas.microsoft.com/office/2006/documentManagement/types"/>
    <ds:schemaRef ds:uri="http://schemas.microsoft.com/office/infopath/2007/PartnerControls"/>
    <ds:schemaRef ds:uri="a5dbca8c-c61d-4709-980a-32bf79411d3d"/>
    <ds:schemaRef ds:uri="http://schemas.microsoft.com/office/2006/metadata/properties"/>
    <ds:schemaRef ds:uri="http://www.w3.org/XML/1998/namespace"/>
    <ds:schemaRef ds:uri="8b7b9f5f-1e78-43ca-b9fa-4bc4e7269145"/>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EN-CGI50th-presentation-slides</Template>
  <TotalTime>2</TotalTime>
  <Words>251</Words>
  <Application>Microsoft Office PowerPoint</Application>
  <PresentationFormat>Widescreen</PresentationFormat>
  <Paragraphs>25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Courier New</vt:lpstr>
      <vt:lpstr>Verdana</vt:lpstr>
      <vt:lpstr>Wingdings</vt:lpstr>
      <vt:lpstr>CGI Slide Master</vt:lpstr>
      <vt:lpstr>Add your title here</vt:lpstr>
      <vt:lpstr>This template is NOT meant to be used as your main presentation.   Please copy and paste the content of the slides needed into a Standard PowerPoint template.   </vt:lpstr>
      <vt:lpstr>PowerPoint Presentation</vt:lpstr>
      <vt:lpstr>PowerPoint Presentation</vt:lpstr>
      <vt:lpstr>PowerPoint Presentation</vt:lpstr>
      <vt:lpstr>Section divider slide – click to add title </vt:lpstr>
      <vt:lpstr>Section divider slide – click to add title </vt:lpstr>
      <vt:lpstr>PowerPoint Presentation</vt:lpstr>
      <vt:lpstr>PowerPoint Presentation</vt:lpstr>
      <vt:lpstr>PowerPoint Presentation</vt:lpstr>
      <vt:lpstr>PowerPoint Presentation</vt:lpstr>
    </vt:vector>
  </TitlesOfParts>
  <Manager>cgi.brand.crp@cgi.com</Manager>
  <Company>CGI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Thomas, Neel</dc:creator>
  <cp:keywords>CGI, PowerPoint, template, brand, CGI</cp:keywords>
  <dc:description/>
  <cp:lastModifiedBy>Thomas, Neel</cp:lastModifiedBy>
  <cp:revision>1</cp:revision>
  <dcterms:created xsi:type="dcterms:W3CDTF">2026-04-13T20:53:27Z</dcterms:created>
  <dcterms:modified xsi:type="dcterms:W3CDTF">2026-04-13T20:55:38Z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0x0101003A9B06A1291EAB478CEE040D9CD88093</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